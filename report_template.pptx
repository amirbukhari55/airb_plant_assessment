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08702710642cc" /><Relationship Type="http://schemas.openxmlformats.org/officeDocument/2006/relationships/extended-properties" Target="/docProps/app.xml" Id="R88463105d6904957" /><Relationship Type="http://schemas.openxmlformats.org/officeDocument/2006/relationships/officeDocument" Target="/ppt/presentation.xml" Id="Rf69b6940c63345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8340f4a0143c5"/>
  </p:sldMasterIdLst>
  <p:notesMasterIdLst>
    <p:notesMasterId xmlns:r="http://schemas.openxmlformats.org/officeDocument/2006/relationships" r:id="R08647068fb004e84"/>
  </p:notesMasterIdLst>
  <p:sldIdLst>
    <p:sldId xmlns:r="http://schemas.openxmlformats.org/officeDocument/2006/relationships" id="256" r:id="R0deef7b4874d47e2"/>
    <p:sldId xmlns:r="http://schemas.openxmlformats.org/officeDocument/2006/relationships" id="257" r:id="Re3a373b36a1043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03b218bbe44c91" /><Relationship Type="http://schemas.openxmlformats.org/officeDocument/2006/relationships/slideMaster" Target="/ppt/slideMasters/slideMaster1.xml" Id="R6e08340f4a0143c5" /><Relationship Type="http://schemas.openxmlformats.org/officeDocument/2006/relationships/notesMaster" Target="/ppt/notesMasters/notesMaster1.xml" Id="R08647068fb004e84" /><Relationship Type="http://schemas.openxmlformats.org/officeDocument/2006/relationships/presProps" Target="/ppt/presProps.xml" Id="R29089549f03445c9" /><Relationship Type="http://schemas.openxmlformats.org/officeDocument/2006/relationships/tableStyles" Target="/ppt/tableStyles.xml" Id="R0cb5e78306844e3e" /><Relationship Type="http://schemas.openxmlformats.org/officeDocument/2006/relationships/slide" Target="/ppt/slides/slide1.xml" Id="R0deef7b4874d47e2" /><Relationship Type="http://schemas.openxmlformats.org/officeDocument/2006/relationships/slide" Target="/ppt/slides/slide2.xml" Id="Re3a373b36a10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d5dfcf7ac04a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b272bb87f4012" /><Relationship Type="http://schemas.openxmlformats.org/officeDocument/2006/relationships/notesMaster" Target="/ppt/notesMasters/notesMaster1.xml" Id="Rda96329089c54f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4ad7e72fa64f1c" /><Relationship Type="http://schemas.openxmlformats.org/officeDocument/2006/relationships/notesMaster" Target="/ppt/notesMasters/notesMaster1.xml" Id="Rd6b7605d81bc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c6135a2b44e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ed34220fc42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c3e88b4c544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7b17241a847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087089f3f43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cdcd1e3b7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1AD60C-B853-410B-A492-C6FE01B4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8908D1-E415-4AD6-9B16-4AEF596A4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E00CE42-13D0-4B56-BC2C-2B3DA1BC40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F0C0F4-1B68-47B9-9976-691484E9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ACF7FF-CDA8-4183-AE52-F5A0128D3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307DA36-778B-44E1-B70A-759779FE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74D738-DB54-4A79-AC76-A26494AAC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E940217-1D47-45BE-9725-E9214DF10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EDE6F5C-54E5-4BC5-8BFA-376A165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A02B4D-9859-42A7-94FB-A784701FA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522D87-8828-4FF0-BAA9-D18254D8C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4131AD-A15C-4828-AD4B-22DE0B2722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08299C0-1B3E-49A6-A45E-3948B95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7664C0-9D59-493D-AB1E-09275DFAD3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7BD172-DD4C-48CD-A8C4-0C68C9286F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44cfdb2dd465e" /><Relationship Type="http://schemas.openxmlformats.org/officeDocument/2006/relationships/slideLayout" Target="/ppt/slideLayouts/slideLayout1.xml" Id="Rffb413e49be943e5" /><Relationship Type="http://schemas.openxmlformats.org/officeDocument/2006/relationships/slideLayout" Target="/ppt/slideLayouts/slideLayout2.xml" Id="R24bdff6d94414e56" /><Relationship Type="http://schemas.openxmlformats.org/officeDocument/2006/relationships/slideLayout" Target="/ppt/slideLayouts/slideLayout3.xml" Id="Rdc568d91f75f4f9a" /><Relationship Type="http://schemas.openxmlformats.org/officeDocument/2006/relationships/slideLayout" Target="/ppt/slideLayouts/slideLayout4.xml" Id="Re38d29e924ce44eb" /><Relationship Type="http://schemas.openxmlformats.org/officeDocument/2006/relationships/slideLayout" Target="/ppt/slideLayouts/slideLayout5.xml" Id="R38b899b4b67e4d82" /><Relationship Type="http://schemas.openxmlformats.org/officeDocument/2006/relationships/slideLayout" Target="/ppt/slideLayouts/slideLayout6.xml" Id="R662eb54ac8e548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413e49be943e5"/>
    <p:sldLayoutId xmlns:r="http://schemas.openxmlformats.org/officeDocument/2006/relationships" id="2147483650" r:id="R24bdff6d94414e56"/>
    <p:sldLayoutId xmlns:r="http://schemas.openxmlformats.org/officeDocument/2006/relationships" id="2147483651" r:id="Rdc568d91f75f4f9a"/>
    <p:sldLayoutId xmlns:r="http://schemas.openxmlformats.org/officeDocument/2006/relationships" id="2147483652" r:id="Re38d29e924ce44eb"/>
    <p:sldLayoutId xmlns:r="http://schemas.openxmlformats.org/officeDocument/2006/relationships" id="2147483653" r:id="R38b899b4b67e4d82"/>
    <p:sldLayoutId xmlns:r="http://schemas.openxmlformats.org/officeDocument/2006/relationships" id="2147483654" r:id="R662eb54ac8e548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b068d7a144e21" /><Relationship Type="http://schemas.openxmlformats.org/officeDocument/2006/relationships/notesSlide" Target="/ppt/notesSlides/notesSlide1.xml" Id="R4dd9cd3c47284e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5c17aeddc4ddd" /><Relationship Type="http://schemas.openxmlformats.org/officeDocument/2006/relationships/notesSlide" Target="/ppt/notesSlides/notesSlide2.xml" Id="R3c8a7a7e7dcc47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88F9A-C3BF-4DD9-913D-3801CB8B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FB4C2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FB4C2"/>
                </a:solidFill>
                <a:latin typeface="Calibri"/>
                <a:ea typeface="Calibri"/>
                <a:cs typeface="Calibri"/>
              </a:rPr>
              <a:t>AIRB · PACKAGE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F7438-9C64-4697-BA4F-16505AB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1087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1AFC9-736A-41FF-A772-EDACB62F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1087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FC4C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5FC4C4"/>
                </a:solidFill>
                <a:latin typeface="Calibri"/>
                <a:ea typeface="Calibri"/>
                <a:cs typeface="Calibri"/>
              </a:rPr>
              <a:t>{{SUBTITLE}}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FD844-A281-433B-BB93-141B91D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4C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9FB4C2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713689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0B62F-C138-4DCA-8A0C-40E51BBF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6F6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36F68"/>
                </a:solidFill>
                <a:latin typeface="Calibri"/>
                <a:ea typeface="Calibri"/>
                <a:cs typeface="Calibri"/>
              </a:rPr>
              <a:t>AIRB · PLANT ASSESSMENT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87203-0483-4F40-98AE-FAD06CF5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2A4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{{TITLE}}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69BC1-B406-4113-8A83-D4D28056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68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47684"/>
                </a:solidFill>
                <a:latin typeface="Calibri"/>
                <a:ea typeface="Calibri"/>
                <a:cs typeface="Calibri"/>
              </a:rPr>
              <a:t>{{SUBTITLE}}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871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429250"/>
                <a:gridCol w="29908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{{CELL_0_0}}</a:t>
                      </a:r>
                    </a:p>
                  </a:txBody>
                  <a:tcPr marL="91440" marR="91440" marT="45720" marB="45720">
                    <a:solidFill>
                      <a:srgbClr val="136F6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{{CELL_0_1}}</a:t>
                      </a:r>
                    </a:p>
                  </a:txBody>
                  <a:tcPr marL="91440" marR="91440" marT="45720" marB="45720">
                    <a:solidFill>
                      <a:srgbClr val="136F6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{{CELL_0_2}}</a:t>
                      </a:r>
                    </a:p>
                  </a:txBody>
                  <a:tcPr marL="91440" marR="91440" marT="45720" marB="45720">
                    <a:solidFill>
                      <a:srgbClr val="136F6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{{CELL_1_0}}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{{CELL_1_1}}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{{CELL_1_2}}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{{CELL_2_0}}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{{CELL_2_1}}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{{CELL_2_2}}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{{CELL_3_0}}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{{CELL_3_1}}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{{CELL_3_2}}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{{CELL_4_0}}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{{CELL_4_1}}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{{CELL_4_2}}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{{CELL_5_0}}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{{CELL_5_1}}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0F2A43"/>
                          </a:solidFill>
                          <a:latin typeface="Calibri"/>
                          <a:ea typeface="Calibri"/>
                          <a:cs typeface="Calibri"/>
                        </a:rPr>
                        <a:t>{{CELL_5_2}}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A0CD6-1AED-43DC-9A68-0C58B7C6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6F6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6F68"/>
                </a:solidFill>
                <a:latin typeface="Calibri"/>
                <a:ea typeface="Calibri"/>
                <a:cs typeface="Calibri"/>
              </a:rPr>
              <a:t>{{TAKEAWAY}}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3DBD-8879-44DE-9325-1CABF560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684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684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F5D81-ED1A-4088-8E72-FEF3388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684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684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</p:spTree>
    <p:extLst>
      <p:ext uri="{BB962C8B-B14F-4D97-AF65-F5344CB8AC3E}">
        <p14:creationId xmlns:p14="http://schemas.microsoft.com/office/powerpoint/2010/main" val="184064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2026-10-07T07:26:51.1630000Z</dcterms:created>
  <dcterms:modified xsi:type="dcterms:W3CDTF">2026-10-07T07:26:51.1630000Z</dcterms:modified>
</coreProperties>
</file>